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North</c:v>
                </c:pt>
                <c:pt idx="1">
                  <c:v>South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42</c:v>
                </c:pt>
                <c:pt idx="1">
                  <c:v>17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open with the Q3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Roadmap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Product planning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Priorities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Ship v2</a:t>
            </a:r>
          </a:p>
          <a:p>
            <a:pPr lvl="1"/>
            <a:r>
              <a:t>Detail a</a:t>
            </a:r>
          </a:p>
          <a:p>
            <a:pPr lvl="1"/>
            <a:r>
              <a:t>Detail 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Milestones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t>Quarter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Goal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Beta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GA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chart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82880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</a:t>
            </a:r>
          </a:p>
        </p:txBody>
      </p:sp>
      <p:pic>
        <p:nvPicPr>
          <p:cNvPr id="3" name="Picture 2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1828800" cy="236582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